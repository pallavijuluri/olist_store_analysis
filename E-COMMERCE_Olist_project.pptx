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70" r:id="rId9"/>
    <p:sldId id="269" r:id="rId10"/>
    <p:sldId id="263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D9C5B-D3F6-499E-A15E-D8204E6CA972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C923AC-3675-4758-8D56-EC313DE8FB74}">
      <dgm:prSet phldrT="[Text]" phldr="0" custT="1"/>
      <dgm:spPr/>
      <dgm:t>
        <a:bodyPr/>
        <a:lstStyle/>
        <a:p>
          <a:r>
            <a:rPr lang="en-IN" sz="2400" dirty="0"/>
            <a:t>EXCEL:</a:t>
          </a:r>
        </a:p>
        <a:p>
          <a:r>
            <a:rPr lang="en-IN" sz="2400" dirty="0"/>
            <a:t>Analysing  and transforming data, pivot tables, static dashboard</a:t>
          </a:r>
        </a:p>
      </dgm:t>
    </dgm:pt>
    <dgm:pt modelId="{43CB2F19-FAAA-45E3-96C9-7CE5CA786EF9}" type="parTrans" cxnId="{8D66C443-0367-40EF-97A3-967AD28ED893}">
      <dgm:prSet/>
      <dgm:spPr/>
      <dgm:t>
        <a:bodyPr/>
        <a:lstStyle/>
        <a:p>
          <a:endParaRPr lang="en-IN"/>
        </a:p>
      </dgm:t>
    </dgm:pt>
    <dgm:pt modelId="{5A86262F-D884-4CD3-9AC8-1A55B02D89BD}" type="sibTrans" cxnId="{8D66C443-0367-40EF-97A3-967AD28ED893}">
      <dgm:prSet/>
      <dgm:spPr/>
      <dgm:t>
        <a:bodyPr/>
        <a:lstStyle/>
        <a:p>
          <a:endParaRPr lang="en-IN"/>
        </a:p>
      </dgm:t>
    </dgm:pt>
    <dgm:pt modelId="{F044781A-3FEA-40D7-AE83-07EDC88A6C3B}">
      <dgm:prSet phldrT="[Text]" phldr="0" custT="1"/>
      <dgm:spPr/>
      <dgm:t>
        <a:bodyPr/>
        <a:lstStyle/>
        <a:p>
          <a:r>
            <a:rPr lang="en-IN" sz="2400" dirty="0"/>
            <a:t>POWER-BI:</a:t>
          </a:r>
        </a:p>
        <a:p>
          <a:r>
            <a:rPr lang="en-IN" sz="2400" dirty="0"/>
            <a:t>Loading data,creating interactive dashboard</a:t>
          </a:r>
        </a:p>
      </dgm:t>
    </dgm:pt>
    <dgm:pt modelId="{349A8290-AE16-4002-B66D-8AFB87E39F77}" type="parTrans" cxnId="{A0290CBB-3347-45F1-BCBB-AE9E0D713CDF}">
      <dgm:prSet/>
      <dgm:spPr/>
      <dgm:t>
        <a:bodyPr/>
        <a:lstStyle/>
        <a:p>
          <a:endParaRPr lang="en-IN"/>
        </a:p>
      </dgm:t>
    </dgm:pt>
    <dgm:pt modelId="{E94B78FE-2BA0-43D1-9647-8095BA1DAA09}" type="sibTrans" cxnId="{A0290CBB-3347-45F1-BCBB-AE9E0D713CDF}">
      <dgm:prSet/>
      <dgm:spPr/>
      <dgm:t>
        <a:bodyPr/>
        <a:lstStyle/>
        <a:p>
          <a:endParaRPr lang="en-IN"/>
        </a:p>
      </dgm:t>
    </dgm:pt>
    <dgm:pt modelId="{47C55270-4285-4541-BD47-03B4CCB6139C}">
      <dgm:prSet phldrT="[Text]" phldr="0" custT="1"/>
      <dgm:spPr/>
      <dgm:t>
        <a:bodyPr/>
        <a:lstStyle/>
        <a:p>
          <a:r>
            <a:rPr lang="en-IN" sz="2400" dirty="0"/>
            <a:t>TABLEAU:</a:t>
          </a:r>
        </a:p>
        <a:p>
          <a:r>
            <a:rPr lang="en-IN" sz="2400" dirty="0"/>
            <a:t>Advanced visualization,drill-down,dashboard creation</a:t>
          </a:r>
        </a:p>
      </dgm:t>
    </dgm:pt>
    <dgm:pt modelId="{34679A7F-1FAA-4A3F-B204-D36455CA6E76}" type="parTrans" cxnId="{987BE0C1-8E8C-4A22-A507-E795F1C06AC6}">
      <dgm:prSet/>
      <dgm:spPr/>
      <dgm:t>
        <a:bodyPr/>
        <a:lstStyle/>
        <a:p>
          <a:endParaRPr lang="en-IN"/>
        </a:p>
      </dgm:t>
    </dgm:pt>
    <dgm:pt modelId="{D1987BBF-1CA0-421B-9C73-DEA39B1199EA}" type="sibTrans" cxnId="{987BE0C1-8E8C-4A22-A507-E795F1C06AC6}">
      <dgm:prSet/>
      <dgm:spPr/>
      <dgm:t>
        <a:bodyPr/>
        <a:lstStyle/>
        <a:p>
          <a:endParaRPr lang="en-IN"/>
        </a:p>
      </dgm:t>
    </dgm:pt>
    <dgm:pt modelId="{9DAAF627-AD21-4746-BD54-80BDF00BDA58}">
      <dgm:prSet phldrT="[Text]" phldr="0" custT="1"/>
      <dgm:spPr/>
      <dgm:t>
        <a:bodyPr/>
        <a:lstStyle/>
        <a:p>
          <a:r>
            <a:rPr lang="en-IN" sz="2400" dirty="0"/>
            <a:t>MYSQL:</a:t>
          </a:r>
        </a:p>
        <a:p>
          <a:r>
            <a:rPr lang="en-IN" sz="2400" dirty="0"/>
            <a:t>Importing data, managing database, queries for kpi</a:t>
          </a:r>
        </a:p>
      </dgm:t>
    </dgm:pt>
    <dgm:pt modelId="{5150415C-BE3F-4FB9-8E0F-46C275A49F41}" type="parTrans" cxnId="{7C132EF2-7B45-4B2F-8397-F4BAB3792FC9}">
      <dgm:prSet/>
      <dgm:spPr/>
      <dgm:t>
        <a:bodyPr/>
        <a:lstStyle/>
        <a:p>
          <a:endParaRPr lang="en-IN"/>
        </a:p>
      </dgm:t>
    </dgm:pt>
    <dgm:pt modelId="{959332D4-BDC7-4F74-B9C2-DD5575C79580}" type="sibTrans" cxnId="{7C132EF2-7B45-4B2F-8397-F4BAB3792FC9}">
      <dgm:prSet/>
      <dgm:spPr/>
      <dgm:t>
        <a:bodyPr/>
        <a:lstStyle/>
        <a:p>
          <a:endParaRPr lang="en-IN"/>
        </a:p>
      </dgm:t>
    </dgm:pt>
    <dgm:pt modelId="{8DDF7358-8740-46E2-8EDB-BD111E13F439}" type="pres">
      <dgm:prSet presAssocID="{766D9C5B-D3F6-499E-A15E-D8204E6CA972}" presName="Name0" presStyleCnt="0">
        <dgm:presLayoutVars>
          <dgm:dir/>
          <dgm:resizeHandles val="exact"/>
        </dgm:presLayoutVars>
      </dgm:prSet>
      <dgm:spPr/>
    </dgm:pt>
    <dgm:pt modelId="{2325831F-1DB4-4080-8A44-5BC09B959992}" type="pres">
      <dgm:prSet presAssocID="{61C923AC-3675-4758-8D56-EC313DE8FB74}" presName="Name5" presStyleLbl="vennNode1" presStyleIdx="0" presStyleCnt="4">
        <dgm:presLayoutVars>
          <dgm:bulletEnabled val="1"/>
        </dgm:presLayoutVars>
      </dgm:prSet>
      <dgm:spPr/>
    </dgm:pt>
    <dgm:pt modelId="{43175161-9CB6-42A1-960C-610BDBBABD90}" type="pres">
      <dgm:prSet presAssocID="{5A86262F-D884-4CD3-9AC8-1A55B02D89BD}" presName="space" presStyleCnt="0"/>
      <dgm:spPr/>
    </dgm:pt>
    <dgm:pt modelId="{B4A08E8A-3AA4-4DBE-A8B8-F94D79A99032}" type="pres">
      <dgm:prSet presAssocID="{F044781A-3FEA-40D7-AE83-07EDC88A6C3B}" presName="Name5" presStyleLbl="vennNode1" presStyleIdx="1" presStyleCnt="4">
        <dgm:presLayoutVars>
          <dgm:bulletEnabled val="1"/>
        </dgm:presLayoutVars>
      </dgm:prSet>
      <dgm:spPr/>
    </dgm:pt>
    <dgm:pt modelId="{26008929-94A1-41DE-A1B2-552B39B69530}" type="pres">
      <dgm:prSet presAssocID="{E94B78FE-2BA0-43D1-9647-8095BA1DAA09}" presName="space" presStyleCnt="0"/>
      <dgm:spPr/>
    </dgm:pt>
    <dgm:pt modelId="{F97642EC-39BF-4478-8813-26F99B564F38}" type="pres">
      <dgm:prSet presAssocID="{47C55270-4285-4541-BD47-03B4CCB6139C}" presName="Name5" presStyleLbl="vennNode1" presStyleIdx="2" presStyleCnt="4">
        <dgm:presLayoutVars>
          <dgm:bulletEnabled val="1"/>
        </dgm:presLayoutVars>
      </dgm:prSet>
      <dgm:spPr/>
    </dgm:pt>
    <dgm:pt modelId="{C252CDC8-B22D-4D20-80C8-E2543AA45667}" type="pres">
      <dgm:prSet presAssocID="{D1987BBF-1CA0-421B-9C73-DEA39B1199EA}" presName="space" presStyleCnt="0"/>
      <dgm:spPr/>
    </dgm:pt>
    <dgm:pt modelId="{7F5DFEF6-B93E-4D6B-B8B8-FDF398B2A135}" type="pres">
      <dgm:prSet presAssocID="{9DAAF627-AD21-4746-BD54-80BDF00BDA58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609FEA14-0BA6-4AE0-9797-18168308899B}" type="presOf" srcId="{61C923AC-3675-4758-8D56-EC313DE8FB74}" destId="{2325831F-1DB4-4080-8A44-5BC09B959992}" srcOrd="0" destOrd="0" presId="urn:microsoft.com/office/officeart/2005/8/layout/venn3"/>
    <dgm:cxn modelId="{8D66C443-0367-40EF-97A3-967AD28ED893}" srcId="{766D9C5B-D3F6-499E-A15E-D8204E6CA972}" destId="{61C923AC-3675-4758-8D56-EC313DE8FB74}" srcOrd="0" destOrd="0" parTransId="{43CB2F19-FAAA-45E3-96C9-7CE5CA786EF9}" sibTransId="{5A86262F-D884-4CD3-9AC8-1A55B02D89BD}"/>
    <dgm:cxn modelId="{998D6D6D-FFE6-47C2-AC32-CDABB5277BDA}" type="presOf" srcId="{766D9C5B-D3F6-499E-A15E-D8204E6CA972}" destId="{8DDF7358-8740-46E2-8EDB-BD111E13F439}" srcOrd="0" destOrd="0" presId="urn:microsoft.com/office/officeart/2005/8/layout/venn3"/>
    <dgm:cxn modelId="{DEB8C176-4231-4A40-B08D-5DC318E3BFAD}" type="presOf" srcId="{F044781A-3FEA-40D7-AE83-07EDC88A6C3B}" destId="{B4A08E8A-3AA4-4DBE-A8B8-F94D79A99032}" srcOrd="0" destOrd="0" presId="urn:microsoft.com/office/officeart/2005/8/layout/venn3"/>
    <dgm:cxn modelId="{99FA3BB7-B266-481E-8EE5-96389A6A82EB}" type="presOf" srcId="{47C55270-4285-4541-BD47-03B4CCB6139C}" destId="{F97642EC-39BF-4478-8813-26F99B564F38}" srcOrd="0" destOrd="0" presId="urn:microsoft.com/office/officeart/2005/8/layout/venn3"/>
    <dgm:cxn modelId="{A0290CBB-3347-45F1-BCBB-AE9E0D713CDF}" srcId="{766D9C5B-D3F6-499E-A15E-D8204E6CA972}" destId="{F044781A-3FEA-40D7-AE83-07EDC88A6C3B}" srcOrd="1" destOrd="0" parTransId="{349A8290-AE16-4002-B66D-8AFB87E39F77}" sibTransId="{E94B78FE-2BA0-43D1-9647-8095BA1DAA09}"/>
    <dgm:cxn modelId="{987BE0C1-8E8C-4A22-A507-E795F1C06AC6}" srcId="{766D9C5B-D3F6-499E-A15E-D8204E6CA972}" destId="{47C55270-4285-4541-BD47-03B4CCB6139C}" srcOrd="2" destOrd="0" parTransId="{34679A7F-1FAA-4A3F-B204-D36455CA6E76}" sibTransId="{D1987BBF-1CA0-421B-9C73-DEA39B1199EA}"/>
    <dgm:cxn modelId="{F0F209D5-4355-4AFF-9F36-71AAA33588F4}" type="presOf" srcId="{9DAAF627-AD21-4746-BD54-80BDF00BDA58}" destId="{7F5DFEF6-B93E-4D6B-B8B8-FDF398B2A135}" srcOrd="0" destOrd="0" presId="urn:microsoft.com/office/officeart/2005/8/layout/venn3"/>
    <dgm:cxn modelId="{7C132EF2-7B45-4B2F-8397-F4BAB3792FC9}" srcId="{766D9C5B-D3F6-499E-A15E-D8204E6CA972}" destId="{9DAAF627-AD21-4746-BD54-80BDF00BDA58}" srcOrd="3" destOrd="0" parTransId="{5150415C-BE3F-4FB9-8E0F-46C275A49F41}" sibTransId="{959332D4-BDC7-4F74-B9C2-DD5575C79580}"/>
    <dgm:cxn modelId="{CAD6D8FD-0079-4F95-8DD9-3CC3FF3DD456}" type="presParOf" srcId="{8DDF7358-8740-46E2-8EDB-BD111E13F439}" destId="{2325831F-1DB4-4080-8A44-5BC09B959992}" srcOrd="0" destOrd="0" presId="urn:microsoft.com/office/officeart/2005/8/layout/venn3"/>
    <dgm:cxn modelId="{17390C66-862F-41C4-9295-A97B4E9B9DF8}" type="presParOf" srcId="{8DDF7358-8740-46E2-8EDB-BD111E13F439}" destId="{43175161-9CB6-42A1-960C-610BDBBABD90}" srcOrd="1" destOrd="0" presId="urn:microsoft.com/office/officeart/2005/8/layout/venn3"/>
    <dgm:cxn modelId="{0505C9AE-1B59-465C-8F25-DAD4541BE58F}" type="presParOf" srcId="{8DDF7358-8740-46E2-8EDB-BD111E13F439}" destId="{B4A08E8A-3AA4-4DBE-A8B8-F94D79A99032}" srcOrd="2" destOrd="0" presId="urn:microsoft.com/office/officeart/2005/8/layout/venn3"/>
    <dgm:cxn modelId="{36D3436C-0026-45AE-A680-30C6D980A54A}" type="presParOf" srcId="{8DDF7358-8740-46E2-8EDB-BD111E13F439}" destId="{26008929-94A1-41DE-A1B2-552B39B69530}" srcOrd="3" destOrd="0" presId="urn:microsoft.com/office/officeart/2005/8/layout/venn3"/>
    <dgm:cxn modelId="{A92E4ED2-DECB-4E4E-B3ED-17F165188EFC}" type="presParOf" srcId="{8DDF7358-8740-46E2-8EDB-BD111E13F439}" destId="{F97642EC-39BF-4478-8813-26F99B564F38}" srcOrd="4" destOrd="0" presId="urn:microsoft.com/office/officeart/2005/8/layout/venn3"/>
    <dgm:cxn modelId="{608E3FDA-BCD4-4BE0-91D7-419981C10F6A}" type="presParOf" srcId="{8DDF7358-8740-46E2-8EDB-BD111E13F439}" destId="{C252CDC8-B22D-4D20-80C8-E2543AA45667}" srcOrd="5" destOrd="0" presId="urn:microsoft.com/office/officeart/2005/8/layout/venn3"/>
    <dgm:cxn modelId="{7C3E0463-87FF-40C2-BCCF-097E88404121}" type="presParOf" srcId="{8DDF7358-8740-46E2-8EDB-BD111E13F439}" destId="{7F5DFEF6-B93E-4D6B-B8B8-FDF398B2A135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456E94-82A0-4881-A895-C2A57D04D33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C89347FB-7934-4AA9-AEBE-D48C8DDDC7EF}">
      <dgm:prSet/>
      <dgm:spPr/>
      <dgm:t>
        <a:bodyPr/>
        <a:lstStyle/>
        <a:p>
          <a:r>
            <a:rPr lang="en-IN"/>
            <a:t>Extract Data                                       </a:t>
          </a:r>
          <a:endParaRPr lang="en-US"/>
        </a:p>
      </dgm:t>
    </dgm:pt>
    <dgm:pt modelId="{544B174F-0EC0-4652-9DC4-47BD50ED1812}" type="parTrans" cxnId="{F88C4904-8432-43AF-A772-1673643098C9}">
      <dgm:prSet/>
      <dgm:spPr/>
      <dgm:t>
        <a:bodyPr/>
        <a:lstStyle/>
        <a:p>
          <a:endParaRPr lang="en-US"/>
        </a:p>
      </dgm:t>
    </dgm:pt>
    <dgm:pt modelId="{F317EF90-2FFD-45F1-A0BB-3BA7C3FC5B87}" type="sibTrans" cxnId="{F88C4904-8432-43AF-A772-1673643098C9}">
      <dgm:prSet/>
      <dgm:spPr/>
      <dgm:t>
        <a:bodyPr/>
        <a:lstStyle/>
        <a:p>
          <a:endParaRPr lang="en-US"/>
        </a:p>
      </dgm:t>
    </dgm:pt>
    <dgm:pt modelId="{68F65218-21EF-45DC-950C-9C9A9EFB7BB9}">
      <dgm:prSet/>
      <dgm:spPr/>
      <dgm:t>
        <a:bodyPr/>
        <a:lstStyle/>
        <a:p>
          <a:r>
            <a:rPr lang="en-IN" dirty="0"/>
            <a:t>Transformation                         </a:t>
          </a:r>
          <a:endParaRPr lang="en-US" dirty="0"/>
        </a:p>
      </dgm:t>
    </dgm:pt>
    <dgm:pt modelId="{D3941090-D953-4CA7-9BEF-4784749499BA}" type="parTrans" cxnId="{85436CBE-00F2-41D2-8114-861B6CB700CC}">
      <dgm:prSet/>
      <dgm:spPr/>
      <dgm:t>
        <a:bodyPr/>
        <a:lstStyle/>
        <a:p>
          <a:endParaRPr lang="en-US"/>
        </a:p>
      </dgm:t>
    </dgm:pt>
    <dgm:pt modelId="{30D153D4-C20F-4572-9A71-64489DA9C8CA}" type="sibTrans" cxnId="{85436CBE-00F2-41D2-8114-861B6CB700CC}">
      <dgm:prSet/>
      <dgm:spPr/>
      <dgm:t>
        <a:bodyPr/>
        <a:lstStyle/>
        <a:p>
          <a:endParaRPr lang="en-US"/>
        </a:p>
      </dgm:t>
    </dgm:pt>
    <dgm:pt modelId="{9A1A4559-C6F1-469A-A20A-E3B66D9C6987}">
      <dgm:prSet/>
      <dgm:spPr/>
      <dgm:t>
        <a:bodyPr/>
        <a:lstStyle/>
        <a:p>
          <a:r>
            <a:rPr lang="en-IN"/>
            <a:t>Load &amp;Using Tool                  </a:t>
          </a:r>
          <a:endParaRPr lang="en-US"/>
        </a:p>
      </dgm:t>
    </dgm:pt>
    <dgm:pt modelId="{D17A4041-E855-44A6-A7F4-E066E58EAE9D}" type="parTrans" cxnId="{A49CAD85-DD3E-41E2-8556-7E45A0162B70}">
      <dgm:prSet/>
      <dgm:spPr/>
      <dgm:t>
        <a:bodyPr/>
        <a:lstStyle/>
        <a:p>
          <a:endParaRPr lang="en-US"/>
        </a:p>
      </dgm:t>
    </dgm:pt>
    <dgm:pt modelId="{F74D1679-1727-49FD-BFF1-6A78AB8936F6}" type="sibTrans" cxnId="{A49CAD85-DD3E-41E2-8556-7E45A0162B70}">
      <dgm:prSet/>
      <dgm:spPr/>
      <dgm:t>
        <a:bodyPr/>
        <a:lstStyle/>
        <a:p>
          <a:endParaRPr lang="en-US"/>
        </a:p>
      </dgm:t>
    </dgm:pt>
    <dgm:pt modelId="{FF608407-FA73-4374-8C3C-7118AD498CF2}">
      <dgm:prSet/>
      <dgm:spPr/>
      <dgm:t>
        <a:bodyPr/>
        <a:lstStyle/>
        <a:p>
          <a:r>
            <a:rPr lang="en-IN"/>
            <a:t>Creating Dashboard</a:t>
          </a:r>
          <a:endParaRPr lang="en-US"/>
        </a:p>
      </dgm:t>
    </dgm:pt>
    <dgm:pt modelId="{2005458F-6A33-4771-BE80-E235BB33CEA5}" type="parTrans" cxnId="{756DF2F5-C0D8-41E2-9B37-76B84E2CE0F5}">
      <dgm:prSet/>
      <dgm:spPr/>
      <dgm:t>
        <a:bodyPr/>
        <a:lstStyle/>
        <a:p>
          <a:endParaRPr lang="en-US"/>
        </a:p>
      </dgm:t>
    </dgm:pt>
    <dgm:pt modelId="{D52E20E1-6976-496C-BCA8-C7BB4DE741A6}" type="sibTrans" cxnId="{756DF2F5-C0D8-41E2-9B37-76B84E2CE0F5}">
      <dgm:prSet/>
      <dgm:spPr/>
      <dgm:t>
        <a:bodyPr/>
        <a:lstStyle/>
        <a:p>
          <a:endParaRPr lang="en-US"/>
        </a:p>
      </dgm:t>
    </dgm:pt>
    <dgm:pt modelId="{D80603E3-51F0-4AB5-B0EB-2C79FBA8A2A1}" type="pres">
      <dgm:prSet presAssocID="{12456E94-82A0-4881-A895-C2A57D04D33B}" presName="root" presStyleCnt="0">
        <dgm:presLayoutVars>
          <dgm:dir/>
          <dgm:resizeHandles val="exact"/>
        </dgm:presLayoutVars>
      </dgm:prSet>
      <dgm:spPr/>
    </dgm:pt>
    <dgm:pt modelId="{358FEE43-35F7-45F9-BE3B-1CE0A5E98A7A}" type="pres">
      <dgm:prSet presAssocID="{12456E94-82A0-4881-A895-C2A57D04D33B}" presName="container" presStyleCnt="0">
        <dgm:presLayoutVars>
          <dgm:dir/>
          <dgm:resizeHandles val="exact"/>
        </dgm:presLayoutVars>
      </dgm:prSet>
      <dgm:spPr/>
    </dgm:pt>
    <dgm:pt modelId="{ABE4019C-37D0-47C4-9580-660B417FF8D7}" type="pres">
      <dgm:prSet presAssocID="{C89347FB-7934-4AA9-AEBE-D48C8DDDC7EF}" presName="compNode" presStyleCnt="0"/>
      <dgm:spPr/>
    </dgm:pt>
    <dgm:pt modelId="{B0D0C898-1451-41B5-9422-1054D6A10525}" type="pres">
      <dgm:prSet presAssocID="{C89347FB-7934-4AA9-AEBE-D48C8DDDC7EF}" presName="iconBgRect" presStyleLbl="bgShp" presStyleIdx="0" presStyleCnt="4"/>
      <dgm:spPr/>
    </dgm:pt>
    <dgm:pt modelId="{33091123-4D2B-4E63-B63D-30347347C8FC}" type="pres">
      <dgm:prSet presAssocID="{C89347FB-7934-4AA9-AEBE-D48C8DDDC7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6DC9153-DAFA-4DBE-B35E-8BB03ADB8558}" type="pres">
      <dgm:prSet presAssocID="{C89347FB-7934-4AA9-AEBE-D48C8DDDC7EF}" presName="spaceRect" presStyleCnt="0"/>
      <dgm:spPr/>
    </dgm:pt>
    <dgm:pt modelId="{741A823D-A1E5-456C-ACFC-4FDA537E1DDD}" type="pres">
      <dgm:prSet presAssocID="{C89347FB-7934-4AA9-AEBE-D48C8DDDC7EF}" presName="textRect" presStyleLbl="revTx" presStyleIdx="0" presStyleCnt="4">
        <dgm:presLayoutVars>
          <dgm:chMax val="1"/>
          <dgm:chPref val="1"/>
        </dgm:presLayoutVars>
      </dgm:prSet>
      <dgm:spPr/>
    </dgm:pt>
    <dgm:pt modelId="{3F301FAD-865B-4EE5-8B1D-C82ED501F77C}" type="pres">
      <dgm:prSet presAssocID="{F317EF90-2FFD-45F1-A0BB-3BA7C3FC5B87}" presName="sibTrans" presStyleLbl="sibTrans2D1" presStyleIdx="0" presStyleCnt="0"/>
      <dgm:spPr/>
    </dgm:pt>
    <dgm:pt modelId="{34F11AE4-849D-414C-ADBD-A8028330B4AF}" type="pres">
      <dgm:prSet presAssocID="{68F65218-21EF-45DC-950C-9C9A9EFB7BB9}" presName="compNode" presStyleCnt="0"/>
      <dgm:spPr/>
    </dgm:pt>
    <dgm:pt modelId="{2FE24759-917F-4D5E-9031-319606C4A459}" type="pres">
      <dgm:prSet presAssocID="{68F65218-21EF-45DC-950C-9C9A9EFB7BB9}" presName="iconBgRect" presStyleLbl="bgShp" presStyleIdx="1" presStyleCnt="4"/>
      <dgm:spPr/>
    </dgm:pt>
    <dgm:pt modelId="{D89A9A50-F011-446E-9DA8-D7EFC2D3F6C8}" type="pres">
      <dgm:prSet presAssocID="{68F65218-21EF-45DC-950C-9C9A9EFB7B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9B4A00C-661F-4B04-8234-48B318BD57B6}" type="pres">
      <dgm:prSet presAssocID="{68F65218-21EF-45DC-950C-9C9A9EFB7BB9}" presName="spaceRect" presStyleCnt="0"/>
      <dgm:spPr/>
    </dgm:pt>
    <dgm:pt modelId="{5C357D6A-DFEE-4DEB-99F4-9C3ADCBCB0D3}" type="pres">
      <dgm:prSet presAssocID="{68F65218-21EF-45DC-950C-9C9A9EFB7BB9}" presName="textRect" presStyleLbl="revTx" presStyleIdx="1" presStyleCnt="4">
        <dgm:presLayoutVars>
          <dgm:chMax val="1"/>
          <dgm:chPref val="1"/>
        </dgm:presLayoutVars>
      </dgm:prSet>
      <dgm:spPr/>
    </dgm:pt>
    <dgm:pt modelId="{907B7A6E-D505-469B-B78A-D2280A6D8B91}" type="pres">
      <dgm:prSet presAssocID="{30D153D4-C20F-4572-9A71-64489DA9C8CA}" presName="sibTrans" presStyleLbl="sibTrans2D1" presStyleIdx="0" presStyleCnt="0"/>
      <dgm:spPr/>
    </dgm:pt>
    <dgm:pt modelId="{CC1E0F93-1A8C-49E6-BE0B-B4B1FC1BF456}" type="pres">
      <dgm:prSet presAssocID="{9A1A4559-C6F1-469A-A20A-E3B66D9C6987}" presName="compNode" presStyleCnt="0"/>
      <dgm:spPr/>
    </dgm:pt>
    <dgm:pt modelId="{E235539D-5F71-4860-8960-97EB86D6F870}" type="pres">
      <dgm:prSet presAssocID="{9A1A4559-C6F1-469A-A20A-E3B66D9C6987}" presName="iconBgRect" presStyleLbl="bgShp" presStyleIdx="2" presStyleCnt="4"/>
      <dgm:spPr/>
    </dgm:pt>
    <dgm:pt modelId="{BC80AD13-F649-45E2-8A1E-A679F4BEF44A}" type="pres">
      <dgm:prSet presAssocID="{9A1A4559-C6F1-469A-A20A-E3B66D9C69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barrow"/>
        </a:ext>
      </dgm:extLst>
    </dgm:pt>
    <dgm:pt modelId="{BD4B3235-2845-497A-A05B-14F7792D1C14}" type="pres">
      <dgm:prSet presAssocID="{9A1A4559-C6F1-469A-A20A-E3B66D9C6987}" presName="spaceRect" presStyleCnt="0"/>
      <dgm:spPr/>
    </dgm:pt>
    <dgm:pt modelId="{B251B4FE-254B-415D-BFBF-FCBF20012909}" type="pres">
      <dgm:prSet presAssocID="{9A1A4559-C6F1-469A-A20A-E3B66D9C6987}" presName="textRect" presStyleLbl="revTx" presStyleIdx="2" presStyleCnt="4">
        <dgm:presLayoutVars>
          <dgm:chMax val="1"/>
          <dgm:chPref val="1"/>
        </dgm:presLayoutVars>
      </dgm:prSet>
      <dgm:spPr/>
    </dgm:pt>
    <dgm:pt modelId="{69C77BA4-CB15-464F-9A7A-B0701D8C8032}" type="pres">
      <dgm:prSet presAssocID="{F74D1679-1727-49FD-BFF1-6A78AB8936F6}" presName="sibTrans" presStyleLbl="sibTrans2D1" presStyleIdx="0" presStyleCnt="0"/>
      <dgm:spPr/>
    </dgm:pt>
    <dgm:pt modelId="{DCD7E8D0-BD37-45B5-BF44-3D42A1A5C257}" type="pres">
      <dgm:prSet presAssocID="{FF608407-FA73-4374-8C3C-7118AD498CF2}" presName="compNode" presStyleCnt="0"/>
      <dgm:spPr/>
    </dgm:pt>
    <dgm:pt modelId="{5CAE2A6A-E767-4FE4-87FB-8EBA6414388D}" type="pres">
      <dgm:prSet presAssocID="{FF608407-FA73-4374-8C3C-7118AD498CF2}" presName="iconBgRect" presStyleLbl="bgShp" presStyleIdx="3" presStyleCnt="4"/>
      <dgm:spPr/>
    </dgm:pt>
    <dgm:pt modelId="{C87DAE07-192C-4AA2-94C2-3284737A5A82}" type="pres">
      <dgm:prSet presAssocID="{FF608407-FA73-4374-8C3C-7118AD498C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9413AE4-005A-4069-8E81-CC0BE990E934}" type="pres">
      <dgm:prSet presAssocID="{FF608407-FA73-4374-8C3C-7118AD498CF2}" presName="spaceRect" presStyleCnt="0"/>
      <dgm:spPr/>
    </dgm:pt>
    <dgm:pt modelId="{33806AE4-9942-4324-B995-703B590EA220}" type="pres">
      <dgm:prSet presAssocID="{FF608407-FA73-4374-8C3C-7118AD498C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88C4904-8432-43AF-A772-1673643098C9}" srcId="{12456E94-82A0-4881-A895-C2A57D04D33B}" destId="{C89347FB-7934-4AA9-AEBE-D48C8DDDC7EF}" srcOrd="0" destOrd="0" parTransId="{544B174F-0EC0-4652-9DC4-47BD50ED1812}" sibTransId="{F317EF90-2FFD-45F1-A0BB-3BA7C3FC5B87}"/>
    <dgm:cxn modelId="{21990419-A804-408A-80EA-B5C457DD1D5E}" type="presOf" srcId="{C89347FB-7934-4AA9-AEBE-D48C8DDDC7EF}" destId="{741A823D-A1E5-456C-ACFC-4FDA537E1DDD}" srcOrd="0" destOrd="0" presId="urn:microsoft.com/office/officeart/2018/2/layout/IconCircleList"/>
    <dgm:cxn modelId="{AEBB473D-345D-45C5-8BCD-4BF497D8F539}" type="presOf" srcId="{FF608407-FA73-4374-8C3C-7118AD498CF2}" destId="{33806AE4-9942-4324-B995-703B590EA220}" srcOrd="0" destOrd="0" presId="urn:microsoft.com/office/officeart/2018/2/layout/IconCircleList"/>
    <dgm:cxn modelId="{A49CAD85-DD3E-41E2-8556-7E45A0162B70}" srcId="{12456E94-82A0-4881-A895-C2A57D04D33B}" destId="{9A1A4559-C6F1-469A-A20A-E3B66D9C6987}" srcOrd="2" destOrd="0" parTransId="{D17A4041-E855-44A6-A7F4-E066E58EAE9D}" sibTransId="{F74D1679-1727-49FD-BFF1-6A78AB8936F6}"/>
    <dgm:cxn modelId="{17E77688-AA42-480F-B59D-D366E06F47D7}" type="presOf" srcId="{F317EF90-2FFD-45F1-A0BB-3BA7C3FC5B87}" destId="{3F301FAD-865B-4EE5-8B1D-C82ED501F77C}" srcOrd="0" destOrd="0" presId="urn:microsoft.com/office/officeart/2018/2/layout/IconCircleList"/>
    <dgm:cxn modelId="{6A694192-B3B7-4309-8A77-3CB2C212CC07}" type="presOf" srcId="{9A1A4559-C6F1-469A-A20A-E3B66D9C6987}" destId="{B251B4FE-254B-415D-BFBF-FCBF20012909}" srcOrd="0" destOrd="0" presId="urn:microsoft.com/office/officeart/2018/2/layout/IconCircleList"/>
    <dgm:cxn modelId="{1B612F9B-03E6-4FFD-9383-8C9A2368A5BE}" type="presOf" srcId="{F74D1679-1727-49FD-BFF1-6A78AB8936F6}" destId="{69C77BA4-CB15-464F-9A7A-B0701D8C8032}" srcOrd="0" destOrd="0" presId="urn:microsoft.com/office/officeart/2018/2/layout/IconCircleList"/>
    <dgm:cxn modelId="{7AC402A9-3857-4257-815A-00A6611C9401}" type="presOf" srcId="{68F65218-21EF-45DC-950C-9C9A9EFB7BB9}" destId="{5C357D6A-DFEE-4DEB-99F4-9C3ADCBCB0D3}" srcOrd="0" destOrd="0" presId="urn:microsoft.com/office/officeart/2018/2/layout/IconCircleList"/>
    <dgm:cxn modelId="{8F1328B0-5623-43B1-BDA4-A4626F0DB200}" type="presOf" srcId="{30D153D4-C20F-4572-9A71-64489DA9C8CA}" destId="{907B7A6E-D505-469B-B78A-D2280A6D8B91}" srcOrd="0" destOrd="0" presId="urn:microsoft.com/office/officeart/2018/2/layout/IconCircleList"/>
    <dgm:cxn modelId="{85436CBE-00F2-41D2-8114-861B6CB700CC}" srcId="{12456E94-82A0-4881-A895-C2A57D04D33B}" destId="{68F65218-21EF-45DC-950C-9C9A9EFB7BB9}" srcOrd="1" destOrd="0" parTransId="{D3941090-D953-4CA7-9BEF-4784749499BA}" sibTransId="{30D153D4-C20F-4572-9A71-64489DA9C8CA}"/>
    <dgm:cxn modelId="{B7301FCB-6A90-4C29-9E15-F707EE22B7BC}" type="presOf" srcId="{12456E94-82A0-4881-A895-C2A57D04D33B}" destId="{D80603E3-51F0-4AB5-B0EB-2C79FBA8A2A1}" srcOrd="0" destOrd="0" presId="urn:microsoft.com/office/officeart/2018/2/layout/IconCircleList"/>
    <dgm:cxn modelId="{756DF2F5-C0D8-41E2-9B37-76B84E2CE0F5}" srcId="{12456E94-82A0-4881-A895-C2A57D04D33B}" destId="{FF608407-FA73-4374-8C3C-7118AD498CF2}" srcOrd="3" destOrd="0" parTransId="{2005458F-6A33-4771-BE80-E235BB33CEA5}" sibTransId="{D52E20E1-6976-496C-BCA8-C7BB4DE741A6}"/>
    <dgm:cxn modelId="{15C8B90B-F077-4715-8156-1AEE03FB550E}" type="presParOf" srcId="{D80603E3-51F0-4AB5-B0EB-2C79FBA8A2A1}" destId="{358FEE43-35F7-45F9-BE3B-1CE0A5E98A7A}" srcOrd="0" destOrd="0" presId="urn:microsoft.com/office/officeart/2018/2/layout/IconCircleList"/>
    <dgm:cxn modelId="{93FA246E-EF0E-4F8F-9608-6FCFC81C8757}" type="presParOf" srcId="{358FEE43-35F7-45F9-BE3B-1CE0A5E98A7A}" destId="{ABE4019C-37D0-47C4-9580-660B417FF8D7}" srcOrd="0" destOrd="0" presId="urn:microsoft.com/office/officeart/2018/2/layout/IconCircleList"/>
    <dgm:cxn modelId="{E78B887A-1540-40D1-8A33-AC60BCB787EA}" type="presParOf" srcId="{ABE4019C-37D0-47C4-9580-660B417FF8D7}" destId="{B0D0C898-1451-41B5-9422-1054D6A10525}" srcOrd="0" destOrd="0" presId="urn:microsoft.com/office/officeart/2018/2/layout/IconCircleList"/>
    <dgm:cxn modelId="{B854050E-83AC-4E4C-8759-4DC7740DBBB3}" type="presParOf" srcId="{ABE4019C-37D0-47C4-9580-660B417FF8D7}" destId="{33091123-4D2B-4E63-B63D-30347347C8FC}" srcOrd="1" destOrd="0" presId="urn:microsoft.com/office/officeart/2018/2/layout/IconCircleList"/>
    <dgm:cxn modelId="{5B70EA03-2684-4901-94F8-4CB0DBC793E8}" type="presParOf" srcId="{ABE4019C-37D0-47C4-9580-660B417FF8D7}" destId="{86DC9153-DAFA-4DBE-B35E-8BB03ADB8558}" srcOrd="2" destOrd="0" presId="urn:microsoft.com/office/officeart/2018/2/layout/IconCircleList"/>
    <dgm:cxn modelId="{F38F8732-0B84-4343-AAF3-1242BFF449E3}" type="presParOf" srcId="{ABE4019C-37D0-47C4-9580-660B417FF8D7}" destId="{741A823D-A1E5-456C-ACFC-4FDA537E1DDD}" srcOrd="3" destOrd="0" presId="urn:microsoft.com/office/officeart/2018/2/layout/IconCircleList"/>
    <dgm:cxn modelId="{28DD4244-6394-486E-8B5B-1DD910407E02}" type="presParOf" srcId="{358FEE43-35F7-45F9-BE3B-1CE0A5E98A7A}" destId="{3F301FAD-865B-4EE5-8B1D-C82ED501F77C}" srcOrd="1" destOrd="0" presId="urn:microsoft.com/office/officeart/2018/2/layout/IconCircleList"/>
    <dgm:cxn modelId="{46DA5A6F-CA67-47DB-9D8D-E8F286E82038}" type="presParOf" srcId="{358FEE43-35F7-45F9-BE3B-1CE0A5E98A7A}" destId="{34F11AE4-849D-414C-ADBD-A8028330B4AF}" srcOrd="2" destOrd="0" presId="urn:microsoft.com/office/officeart/2018/2/layout/IconCircleList"/>
    <dgm:cxn modelId="{B72BD0F1-69F7-4E09-A618-5A2B7E5F0F88}" type="presParOf" srcId="{34F11AE4-849D-414C-ADBD-A8028330B4AF}" destId="{2FE24759-917F-4D5E-9031-319606C4A459}" srcOrd="0" destOrd="0" presId="urn:microsoft.com/office/officeart/2018/2/layout/IconCircleList"/>
    <dgm:cxn modelId="{5AF7EE0B-A676-4FA1-8CC8-9D956216E0C8}" type="presParOf" srcId="{34F11AE4-849D-414C-ADBD-A8028330B4AF}" destId="{D89A9A50-F011-446E-9DA8-D7EFC2D3F6C8}" srcOrd="1" destOrd="0" presId="urn:microsoft.com/office/officeart/2018/2/layout/IconCircleList"/>
    <dgm:cxn modelId="{ADCC8B3B-CB14-4674-AB15-A35D50928AC4}" type="presParOf" srcId="{34F11AE4-849D-414C-ADBD-A8028330B4AF}" destId="{19B4A00C-661F-4B04-8234-48B318BD57B6}" srcOrd="2" destOrd="0" presId="urn:microsoft.com/office/officeart/2018/2/layout/IconCircleList"/>
    <dgm:cxn modelId="{3D0D70D4-1CFB-4C90-8F80-8FFF62BDBCDE}" type="presParOf" srcId="{34F11AE4-849D-414C-ADBD-A8028330B4AF}" destId="{5C357D6A-DFEE-4DEB-99F4-9C3ADCBCB0D3}" srcOrd="3" destOrd="0" presId="urn:microsoft.com/office/officeart/2018/2/layout/IconCircleList"/>
    <dgm:cxn modelId="{B06CFA9E-010F-4D4F-B79B-1CD35698CD13}" type="presParOf" srcId="{358FEE43-35F7-45F9-BE3B-1CE0A5E98A7A}" destId="{907B7A6E-D505-469B-B78A-D2280A6D8B91}" srcOrd="3" destOrd="0" presId="urn:microsoft.com/office/officeart/2018/2/layout/IconCircleList"/>
    <dgm:cxn modelId="{A32DFC28-58B0-48C8-9723-BB31531FB717}" type="presParOf" srcId="{358FEE43-35F7-45F9-BE3B-1CE0A5E98A7A}" destId="{CC1E0F93-1A8C-49E6-BE0B-B4B1FC1BF456}" srcOrd="4" destOrd="0" presId="urn:microsoft.com/office/officeart/2018/2/layout/IconCircleList"/>
    <dgm:cxn modelId="{3E2F26C6-2A5A-42CD-93E4-A8FF5655CEA1}" type="presParOf" srcId="{CC1E0F93-1A8C-49E6-BE0B-B4B1FC1BF456}" destId="{E235539D-5F71-4860-8960-97EB86D6F870}" srcOrd="0" destOrd="0" presId="urn:microsoft.com/office/officeart/2018/2/layout/IconCircleList"/>
    <dgm:cxn modelId="{AFEF8F48-C7C9-44D2-9876-A4E1D8021012}" type="presParOf" srcId="{CC1E0F93-1A8C-49E6-BE0B-B4B1FC1BF456}" destId="{BC80AD13-F649-45E2-8A1E-A679F4BEF44A}" srcOrd="1" destOrd="0" presId="urn:microsoft.com/office/officeart/2018/2/layout/IconCircleList"/>
    <dgm:cxn modelId="{EAE8B978-0544-44C9-AA74-E2CE32280F43}" type="presParOf" srcId="{CC1E0F93-1A8C-49E6-BE0B-B4B1FC1BF456}" destId="{BD4B3235-2845-497A-A05B-14F7792D1C14}" srcOrd="2" destOrd="0" presId="urn:microsoft.com/office/officeart/2018/2/layout/IconCircleList"/>
    <dgm:cxn modelId="{7FA658BE-FB0B-427F-9EF9-36D18B0B2A99}" type="presParOf" srcId="{CC1E0F93-1A8C-49E6-BE0B-B4B1FC1BF456}" destId="{B251B4FE-254B-415D-BFBF-FCBF20012909}" srcOrd="3" destOrd="0" presId="urn:microsoft.com/office/officeart/2018/2/layout/IconCircleList"/>
    <dgm:cxn modelId="{6188DF85-7BE1-41E0-B0FA-1A0AFF42C9D4}" type="presParOf" srcId="{358FEE43-35F7-45F9-BE3B-1CE0A5E98A7A}" destId="{69C77BA4-CB15-464F-9A7A-B0701D8C8032}" srcOrd="5" destOrd="0" presId="urn:microsoft.com/office/officeart/2018/2/layout/IconCircleList"/>
    <dgm:cxn modelId="{4D726D37-ACA0-4E2D-9A6D-388AE72CA8A5}" type="presParOf" srcId="{358FEE43-35F7-45F9-BE3B-1CE0A5E98A7A}" destId="{DCD7E8D0-BD37-45B5-BF44-3D42A1A5C257}" srcOrd="6" destOrd="0" presId="urn:microsoft.com/office/officeart/2018/2/layout/IconCircleList"/>
    <dgm:cxn modelId="{EAA06611-7740-4B78-833F-408C547DC8F6}" type="presParOf" srcId="{DCD7E8D0-BD37-45B5-BF44-3D42A1A5C257}" destId="{5CAE2A6A-E767-4FE4-87FB-8EBA6414388D}" srcOrd="0" destOrd="0" presId="urn:microsoft.com/office/officeart/2018/2/layout/IconCircleList"/>
    <dgm:cxn modelId="{74B7B006-AFA2-44C2-9A29-843ABD88FB11}" type="presParOf" srcId="{DCD7E8D0-BD37-45B5-BF44-3D42A1A5C257}" destId="{C87DAE07-192C-4AA2-94C2-3284737A5A82}" srcOrd="1" destOrd="0" presId="urn:microsoft.com/office/officeart/2018/2/layout/IconCircleList"/>
    <dgm:cxn modelId="{EF14FEF6-864E-450E-AB5E-D233AD0C7C90}" type="presParOf" srcId="{DCD7E8D0-BD37-45B5-BF44-3D42A1A5C257}" destId="{E9413AE4-005A-4069-8E81-CC0BE990E934}" srcOrd="2" destOrd="0" presId="urn:microsoft.com/office/officeart/2018/2/layout/IconCircleList"/>
    <dgm:cxn modelId="{702FFC23-2E78-4ABB-B67E-C8A4B4E08FC8}" type="presParOf" srcId="{DCD7E8D0-BD37-45B5-BF44-3D42A1A5C257}" destId="{33806AE4-9942-4324-B995-703B590EA220}" srcOrd="3" destOrd="0" presId="urn:microsoft.com/office/officeart/2018/2/layout/IconCircleList"/>
  </dgm:cxnLst>
  <dgm:bg>
    <a:pattFill prst="pct70">
      <a:fgClr>
        <a:schemeClr val="accent1"/>
      </a:fgClr>
      <a:bgClr>
        <a:schemeClr val="accent1">
          <a:lumMod val="20000"/>
          <a:lumOff val="80000"/>
        </a:schemeClr>
      </a:bgClr>
    </a:patt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5831F-1DB4-4080-8A44-5BC09B959992}">
      <dsp:nvSpPr>
        <dsp:cNvPr id="0" name=""/>
        <dsp:cNvSpPr/>
      </dsp:nvSpPr>
      <dsp:spPr>
        <a:xfrm>
          <a:off x="3080" y="630163"/>
          <a:ext cx="3091011" cy="30910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0109" tIns="30480" rIns="170109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EXCEL: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Analysing  and transforming data, pivot tables, static dashboard</a:t>
          </a:r>
        </a:p>
      </dsp:txBody>
      <dsp:txXfrm>
        <a:off x="455748" y="1082831"/>
        <a:ext cx="2185675" cy="2185675"/>
      </dsp:txXfrm>
    </dsp:sp>
    <dsp:sp modelId="{B4A08E8A-3AA4-4DBE-A8B8-F94D79A99032}">
      <dsp:nvSpPr>
        <dsp:cNvPr id="0" name=""/>
        <dsp:cNvSpPr/>
      </dsp:nvSpPr>
      <dsp:spPr>
        <a:xfrm>
          <a:off x="2475889" y="630163"/>
          <a:ext cx="3091011" cy="30910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0109" tIns="30480" rIns="170109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POWER-BI: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Loading data,creating interactive dashboard</a:t>
          </a:r>
        </a:p>
      </dsp:txBody>
      <dsp:txXfrm>
        <a:off x="2928557" y="1082831"/>
        <a:ext cx="2185675" cy="2185675"/>
      </dsp:txXfrm>
    </dsp:sp>
    <dsp:sp modelId="{F97642EC-39BF-4478-8813-26F99B564F38}">
      <dsp:nvSpPr>
        <dsp:cNvPr id="0" name=""/>
        <dsp:cNvSpPr/>
      </dsp:nvSpPr>
      <dsp:spPr>
        <a:xfrm>
          <a:off x="4948698" y="630163"/>
          <a:ext cx="3091011" cy="30910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0109" tIns="30480" rIns="170109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TABLEAU: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Advanced visualization,drill-down,dashboard creation</a:t>
          </a:r>
        </a:p>
      </dsp:txBody>
      <dsp:txXfrm>
        <a:off x="5401366" y="1082831"/>
        <a:ext cx="2185675" cy="2185675"/>
      </dsp:txXfrm>
    </dsp:sp>
    <dsp:sp modelId="{7F5DFEF6-B93E-4D6B-B8B8-FDF398B2A135}">
      <dsp:nvSpPr>
        <dsp:cNvPr id="0" name=""/>
        <dsp:cNvSpPr/>
      </dsp:nvSpPr>
      <dsp:spPr>
        <a:xfrm>
          <a:off x="7421507" y="630163"/>
          <a:ext cx="3091011" cy="30910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0109" tIns="30480" rIns="170109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MYSQL: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Importing data, managing database, queries for kpi</a:t>
          </a:r>
        </a:p>
      </dsp:txBody>
      <dsp:txXfrm>
        <a:off x="7874175" y="1082831"/>
        <a:ext cx="2185675" cy="2185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D0C898-1451-41B5-9422-1054D6A10525}">
      <dsp:nvSpPr>
        <dsp:cNvPr id="0" name=""/>
        <dsp:cNvSpPr/>
      </dsp:nvSpPr>
      <dsp:spPr>
        <a:xfrm>
          <a:off x="212335" y="865045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91123-4D2B-4E63-B63D-30347347C8FC}">
      <dsp:nvSpPr>
        <dsp:cNvPr id="0" name=""/>
        <dsp:cNvSpPr/>
      </dsp:nvSpPr>
      <dsp:spPr>
        <a:xfrm>
          <a:off x="492877" y="1145587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A823D-A1E5-456C-ACFC-4FDA537E1DDD}">
      <dsp:nvSpPr>
        <dsp:cNvPr id="0" name=""/>
        <dsp:cNvSpPr/>
      </dsp:nvSpPr>
      <dsp:spPr>
        <a:xfrm>
          <a:off x="1834517" y="86504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Extract Data                                       </a:t>
          </a:r>
          <a:endParaRPr lang="en-US" sz="2400" kern="1200"/>
        </a:p>
      </dsp:txBody>
      <dsp:txXfrm>
        <a:off x="1834517" y="865045"/>
        <a:ext cx="3148942" cy="1335915"/>
      </dsp:txXfrm>
    </dsp:sp>
    <dsp:sp modelId="{2FE24759-917F-4D5E-9031-319606C4A459}">
      <dsp:nvSpPr>
        <dsp:cNvPr id="0" name=""/>
        <dsp:cNvSpPr/>
      </dsp:nvSpPr>
      <dsp:spPr>
        <a:xfrm>
          <a:off x="5532139" y="865045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A9A50-F011-446E-9DA8-D7EFC2D3F6C8}">
      <dsp:nvSpPr>
        <dsp:cNvPr id="0" name=""/>
        <dsp:cNvSpPr/>
      </dsp:nvSpPr>
      <dsp:spPr>
        <a:xfrm>
          <a:off x="5812681" y="1145587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57D6A-DFEE-4DEB-99F4-9C3ADCBCB0D3}">
      <dsp:nvSpPr>
        <dsp:cNvPr id="0" name=""/>
        <dsp:cNvSpPr/>
      </dsp:nvSpPr>
      <dsp:spPr>
        <a:xfrm>
          <a:off x="7154322" y="86504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Transformation                         </a:t>
          </a:r>
          <a:endParaRPr lang="en-US" sz="2400" kern="1200" dirty="0"/>
        </a:p>
      </dsp:txBody>
      <dsp:txXfrm>
        <a:off x="7154322" y="865045"/>
        <a:ext cx="3148942" cy="1335915"/>
      </dsp:txXfrm>
    </dsp:sp>
    <dsp:sp modelId="{E235539D-5F71-4860-8960-97EB86D6F870}">
      <dsp:nvSpPr>
        <dsp:cNvPr id="0" name=""/>
        <dsp:cNvSpPr/>
      </dsp:nvSpPr>
      <dsp:spPr>
        <a:xfrm>
          <a:off x="212335" y="3102559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0AD13-F649-45E2-8A1E-A679F4BEF44A}">
      <dsp:nvSpPr>
        <dsp:cNvPr id="0" name=""/>
        <dsp:cNvSpPr/>
      </dsp:nvSpPr>
      <dsp:spPr>
        <a:xfrm>
          <a:off x="492877" y="3383101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1B4FE-254B-415D-BFBF-FCBF20012909}">
      <dsp:nvSpPr>
        <dsp:cNvPr id="0" name=""/>
        <dsp:cNvSpPr/>
      </dsp:nvSpPr>
      <dsp:spPr>
        <a:xfrm>
          <a:off x="1834517" y="310255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Load &amp;Using Tool                  </a:t>
          </a:r>
          <a:endParaRPr lang="en-US" sz="2400" kern="1200"/>
        </a:p>
      </dsp:txBody>
      <dsp:txXfrm>
        <a:off x="1834517" y="3102559"/>
        <a:ext cx="3148942" cy="1335915"/>
      </dsp:txXfrm>
    </dsp:sp>
    <dsp:sp modelId="{5CAE2A6A-E767-4FE4-87FB-8EBA6414388D}">
      <dsp:nvSpPr>
        <dsp:cNvPr id="0" name=""/>
        <dsp:cNvSpPr/>
      </dsp:nvSpPr>
      <dsp:spPr>
        <a:xfrm>
          <a:off x="5532139" y="3102559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DAE07-192C-4AA2-94C2-3284737A5A82}">
      <dsp:nvSpPr>
        <dsp:cNvPr id="0" name=""/>
        <dsp:cNvSpPr/>
      </dsp:nvSpPr>
      <dsp:spPr>
        <a:xfrm>
          <a:off x="5812681" y="3383101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06AE4-9942-4324-B995-703B590EA220}">
      <dsp:nvSpPr>
        <dsp:cNvPr id="0" name=""/>
        <dsp:cNvSpPr/>
      </dsp:nvSpPr>
      <dsp:spPr>
        <a:xfrm>
          <a:off x="7154322" y="310255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Creating Dashboard</a:t>
          </a:r>
          <a:endParaRPr lang="en-US" sz="2400" kern="1200"/>
        </a:p>
      </dsp:txBody>
      <dsp:txXfrm>
        <a:off x="7154322" y="3102559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9A47-7506-958E-C6C2-D94AA7F0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E6DCB-B347-EA7A-5981-6470CCC73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6B0A-6E42-BF2A-5601-2D26E1B0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847D-8D7F-861F-E3F5-BCDD6C36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D720-E682-639F-A1C6-46A8A7A7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8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4D20-8B57-B6E6-ABE9-89055A49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0B25D-8691-FB51-C2D3-8430DB971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3FA2-3D99-B66F-C69F-97C0B19E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F841-C279-BDC0-2A0A-6F437F7C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E16B-8F26-1893-D13B-5CD5FB0D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62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3350-1217-8C7F-6030-20A3F4F4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EAC4C-27C0-D393-4A16-7DA45C4F4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3922-02CE-0BC6-AAED-E873106C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EEA0F-C246-AE35-515D-9987ED51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58827-FE9D-C589-C241-0FEE1370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56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E1AA-A570-ECEE-413C-1ABA1229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1F9AF-62C4-2A36-105C-4937D22CC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536E5-D6A1-9F9D-B385-98E8FB692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F055-8362-151C-EDB9-5E84D91A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235C0-B599-293C-762A-4B20D85F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F2589-8DCD-965C-E7B8-0EFD9FAF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01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1AE1-3E79-B813-1E9A-396FA342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C871D-EE96-CF21-C3C1-45EB19A2A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5A82C-ED1A-786E-29A0-6049D4B6A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34F04-ABD3-7095-2D86-A942DC0DE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9E106-27B9-FB4F-1097-1FFFE0B70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094B2-8941-F699-4649-31335622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5FF56-3754-33FB-5DEE-9A541FB1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DB199-5345-8D99-B4B8-F2FF63B4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01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D90C-98EB-AD26-594A-96D9480E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EA0C0-AD0C-73C9-BD52-A832A730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C3B37-F1FC-D85A-67DD-3F1852C3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55765-8FF2-A903-349D-1F4F3616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51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A496E-0E31-EAEB-FE8C-834334AB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87C57-F6B5-7F39-7808-ADA3056C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D1690-5DDC-78BA-E823-520955ED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042B-B502-66EA-7BC9-72BF2BEC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E95A-D55D-75F0-7C99-C7548A049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1649F-25E4-56B1-9DC9-706A5E2CF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E2DA5-3B88-3B4F-4762-153E6BCC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C063-75D5-A0E2-D508-F5328212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8B163-563F-55B2-D33E-2F85078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1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D185-DB92-8947-D236-BD1C1B1A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2B083-F724-E436-807C-B1143CC69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8D235-7033-4A4A-11EF-F3C29BDD2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AC353-3A89-C92D-2163-68F960D1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9B5FC-83AB-EB9F-A339-65F74406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FB361-E36C-B153-394E-1FC453F4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11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FE8A-1F85-4BC6-71D2-7E297888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FF2FC-0DC8-2A84-A3B4-D74AB7A4F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80E2A-8D54-95E4-F1CC-4521C8EF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2581-DBC9-8473-C803-57D29042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7340-C797-EECC-912F-D52E0577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3DD0F-AD47-7B52-3307-C275D9C3F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7926B-678F-6ACB-CF47-6C14AEAA5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B1A2B-6CE1-9956-32A3-80F601EE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0D80D-E9E7-021D-586B-A92BECA6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66AFB-2436-4A83-96BB-A7025213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76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C417D-2CB4-8001-2E3A-A32D3B0F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33ABC-3D49-9A07-9077-B05FF1743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34942-BD5B-82D9-754D-E12DF9B06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B5785-FEA9-4328-8B7A-D417BCB9F529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4A19F-36B4-9B69-D157-7044155C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0A31-B35F-6582-1264-900941A6C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A5B8C-4BAB-483E-97D5-4D6792A4B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4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gsilh.com/image/349544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80E05-0732-3886-C26B-089AA9789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876" y="327804"/>
            <a:ext cx="5368712" cy="3112821"/>
          </a:xfrm>
        </p:spPr>
        <p:txBody>
          <a:bodyPr anchor="b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  <a:latin typeface="Algerian" panose="04020705040A02060702" pitchFamily="82" charset="0"/>
              </a:rPr>
              <a:t>E-COMMERCE</a:t>
            </a:r>
            <a:br>
              <a:rPr lang="en-IN" sz="4800" dirty="0">
                <a:solidFill>
                  <a:srgbClr val="FFFFFF"/>
                </a:solidFill>
              </a:rPr>
            </a:br>
            <a:br>
              <a:rPr lang="en-IN" sz="4800" dirty="0">
                <a:solidFill>
                  <a:srgbClr val="FFFFFF"/>
                </a:solidFill>
              </a:rPr>
            </a:br>
            <a:r>
              <a:rPr lang="en-IN" sz="3200" dirty="0">
                <a:solidFill>
                  <a:srgbClr val="FFFFFF"/>
                </a:solidFill>
                <a:latin typeface="Algerian" panose="04020705040A02060702" pitchFamily="82" charset="0"/>
              </a:rPr>
              <a:t>OLIST STORE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F4D0E-1D55-0F79-06A9-8F531E2BB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28" y="5467755"/>
            <a:ext cx="3174498" cy="1062441"/>
          </a:xfrm>
        </p:spPr>
        <p:txBody>
          <a:bodyPr anchor="t">
            <a:normAutofit/>
          </a:bodyPr>
          <a:lstStyle/>
          <a:p>
            <a:pPr algn="l"/>
            <a:r>
              <a:rPr lang="en-IN" dirty="0">
                <a:solidFill>
                  <a:srgbClr val="FFFFFF"/>
                </a:solidFill>
              </a:rPr>
              <a:t>BY GROUP-3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blue and green letters&#10;&#10;AI-generated content may be incorrect.">
            <a:extLst>
              <a:ext uri="{FF2B5EF4-FFF2-40B4-BE49-F238E27FC236}">
                <a16:creationId xmlns:a16="http://schemas.microsoft.com/office/drawing/2014/main" id="{62089959-3A19-5886-A89C-E708590ED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751" y="2168106"/>
            <a:ext cx="3444850" cy="21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3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4FE4-DDE1-548C-7D2B-4ADD4A65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0" y="365125"/>
            <a:ext cx="4287980" cy="554383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Meet our Team</a:t>
            </a:r>
            <a:br>
              <a:rPr lang="en-IN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IN" sz="3200" dirty="0"/>
              <a:t>1) Pallavi Saidurga K</a:t>
            </a:r>
            <a:br>
              <a:rPr lang="en-IN" sz="3200" dirty="0"/>
            </a:br>
            <a:r>
              <a:rPr lang="en-IN" sz="3200" dirty="0"/>
              <a:t>2) Kotte Rahul</a:t>
            </a:r>
            <a:br>
              <a:rPr lang="en-IN" sz="3200" dirty="0"/>
            </a:br>
            <a:r>
              <a:rPr lang="en-IN" sz="3200" dirty="0"/>
              <a:t>3) Sameer Sanjay Jawale</a:t>
            </a:r>
            <a:br>
              <a:rPr lang="en-IN" sz="3200" dirty="0"/>
            </a:br>
            <a:r>
              <a:rPr lang="en-IN" sz="3200" dirty="0"/>
              <a:t>4) Mehul Ravsaheb Bhadane</a:t>
            </a:r>
            <a:br>
              <a:rPr lang="en-IN" sz="3200" dirty="0"/>
            </a:br>
            <a:r>
              <a:rPr lang="en-IN" sz="3200" dirty="0"/>
              <a:t>5) Vaddi Narender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 descr="A group of people holding puzzle pieces&#10;&#10;AI-generated content may be incorrect.">
            <a:extLst>
              <a:ext uri="{FF2B5EF4-FFF2-40B4-BE49-F238E27FC236}">
                <a16:creationId xmlns:a16="http://schemas.microsoft.com/office/drawing/2014/main" id="{566F9871-9D2D-8979-ACE0-26D9CDD02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" y="0"/>
            <a:ext cx="6211112" cy="6331527"/>
          </a:xfrm>
        </p:spPr>
      </p:pic>
    </p:spTree>
    <p:extLst>
      <p:ext uri="{BB962C8B-B14F-4D97-AF65-F5344CB8AC3E}">
        <p14:creationId xmlns:p14="http://schemas.microsoft.com/office/powerpoint/2010/main" val="57120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E231EA-C67B-85E8-6699-A0572BF7F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280" b="9280"/>
          <a:stretch/>
        </p:blipFill>
        <p:spPr>
          <a:xfrm>
            <a:off x="1" y="0"/>
            <a:ext cx="12191999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C41C3-1E31-C452-4030-FAF60052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9903230" cy="12677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</a:rPr>
              <a:t>Introduction To E-Commerce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F402D0-4665-D4D6-997D-EFCDDE10AB3B}"/>
              </a:ext>
            </a:extLst>
          </p:cNvPr>
          <p:cNvSpPr/>
          <p:nvPr/>
        </p:nvSpPr>
        <p:spPr>
          <a:xfrm>
            <a:off x="2306128" y="1840302"/>
            <a:ext cx="7435970" cy="1108484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11BB6-2691-246F-1820-A6BB98BF37B4}"/>
              </a:ext>
            </a:extLst>
          </p:cNvPr>
          <p:cNvSpPr/>
          <p:nvPr/>
        </p:nvSpPr>
        <p:spPr>
          <a:xfrm>
            <a:off x="2306128" y="3056869"/>
            <a:ext cx="7355456" cy="960408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4435A7-7D66-756F-E6F9-05E7F90B672B}"/>
              </a:ext>
            </a:extLst>
          </p:cNvPr>
          <p:cNvSpPr/>
          <p:nvPr/>
        </p:nvSpPr>
        <p:spPr>
          <a:xfrm>
            <a:off x="6096000" y="4125361"/>
            <a:ext cx="3473569" cy="1067561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8791D5-4B8E-BD2E-4DAB-B1D908A45CD5}"/>
              </a:ext>
            </a:extLst>
          </p:cNvPr>
          <p:cNvSpPr/>
          <p:nvPr/>
        </p:nvSpPr>
        <p:spPr>
          <a:xfrm>
            <a:off x="6153509" y="5344064"/>
            <a:ext cx="3467819" cy="1067561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A0A8F-CFF9-59C8-702B-0BFA67DA1F26}"/>
              </a:ext>
            </a:extLst>
          </p:cNvPr>
          <p:cNvSpPr txBox="1"/>
          <p:nvPr/>
        </p:nvSpPr>
        <p:spPr>
          <a:xfrm>
            <a:off x="2633932" y="1840302"/>
            <a:ext cx="6699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E-Commerce refers to buying and selling of products or services through the internet. It provides global reach and convenience to both sellers and buyers.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B6C91B-E317-0E57-549B-22C489714FE8}"/>
              </a:ext>
            </a:extLst>
          </p:cNvPr>
          <p:cNvSpPr/>
          <p:nvPr/>
        </p:nvSpPr>
        <p:spPr>
          <a:xfrm>
            <a:off x="2472906" y="4125362"/>
            <a:ext cx="3519577" cy="113675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1FE3A8-7327-5B3D-76E8-00ABCBA70ABF}"/>
              </a:ext>
            </a:extLst>
          </p:cNvPr>
          <p:cNvSpPr/>
          <p:nvPr/>
        </p:nvSpPr>
        <p:spPr>
          <a:xfrm>
            <a:off x="2547667" y="5369748"/>
            <a:ext cx="3444815" cy="1041877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F0D08D-95B3-3535-3D02-9133959F1B87}"/>
              </a:ext>
            </a:extLst>
          </p:cNvPr>
          <p:cNvSpPr txBox="1"/>
          <p:nvPr/>
        </p:nvSpPr>
        <p:spPr>
          <a:xfrm>
            <a:off x="2674188" y="3164943"/>
            <a:ext cx="669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Types of E-Commerce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EEE85-12A4-0DC9-1403-0EA3FB63B339}"/>
              </a:ext>
            </a:extLst>
          </p:cNvPr>
          <p:cNvSpPr txBox="1"/>
          <p:nvPr/>
        </p:nvSpPr>
        <p:spPr>
          <a:xfrm>
            <a:off x="2823713" y="4203940"/>
            <a:ext cx="285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-B2C (Business to consumer): Amazon, Flipkart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E8D12-C8A0-8247-A1AD-DC789F40E823}"/>
              </a:ext>
            </a:extLst>
          </p:cNvPr>
          <p:cNvSpPr txBox="1"/>
          <p:nvPr/>
        </p:nvSpPr>
        <p:spPr>
          <a:xfrm>
            <a:off x="6377796" y="4324709"/>
            <a:ext cx="2541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-B2B(Business to Business):India Mart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66FB2-8DFD-B1A6-E9E7-660C5EE3FB9A}"/>
              </a:ext>
            </a:extLst>
          </p:cNvPr>
          <p:cNvSpPr txBox="1"/>
          <p:nvPr/>
        </p:nvSpPr>
        <p:spPr>
          <a:xfrm>
            <a:off x="2823713" y="5693434"/>
            <a:ext cx="2720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-C2C(Consumer to Consumer):OLX, eBay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6C492-CD94-EF90-5562-82C04C90E977}"/>
              </a:ext>
            </a:extLst>
          </p:cNvPr>
          <p:cNvSpPr txBox="1"/>
          <p:nvPr/>
        </p:nvSpPr>
        <p:spPr>
          <a:xfrm>
            <a:off x="6377796" y="5572664"/>
            <a:ext cx="2794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-C2B(Consumer to Business): Fiveer, Shutterstocks</a:t>
            </a:r>
          </a:p>
        </p:txBody>
      </p:sp>
    </p:spTree>
    <p:extLst>
      <p:ext uri="{BB962C8B-B14F-4D97-AF65-F5344CB8AC3E}">
        <p14:creationId xmlns:p14="http://schemas.microsoft.com/office/powerpoint/2010/main" val="233120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466F-7C50-4DBD-0823-DCECB929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Tools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8DCAD8-1254-C935-4793-BE06C552C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0655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486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4CB0D-E7D8-78CF-3CF1-969138EA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10"/>
            <a:ext cx="10448109" cy="1090747"/>
          </a:xfrm>
        </p:spPr>
        <p:txBody>
          <a:bodyPr>
            <a:normAutofit/>
          </a:bodyPr>
          <a:lstStyle/>
          <a:p>
            <a:pPr algn="ctr"/>
            <a:r>
              <a:rPr lang="en-IN" sz="5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 PROCES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22981DD-EF9C-3145-C60C-2F8A5FEEC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474115"/>
              </p:ext>
            </p:extLst>
          </p:nvPr>
        </p:nvGraphicFramePr>
        <p:xfrm>
          <a:off x="838200" y="1404257"/>
          <a:ext cx="105156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486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44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6DBD9-99BC-3E89-322C-BACC431D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Excel 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77888D-07CC-ADE7-AE5F-1C027278E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34"/>
          <a:stretch>
            <a:fillRect/>
          </a:stretch>
        </p:blipFill>
        <p:spPr>
          <a:xfrm>
            <a:off x="3442856" y="249381"/>
            <a:ext cx="8610600" cy="64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1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B6A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C1E6B-55DC-02A9-7C19-456C6F758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D799E9-A135-4E75-D6F1-7F3BA94F8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273" y="-1"/>
            <a:ext cx="869372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5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95D47-85BC-4771-E33D-25FC9962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E0D22-E37C-F6FA-A107-5E44CA10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solidFill>
                  <a:srgbClr val="FFFFFF"/>
                </a:solidFill>
              </a:rPr>
              <a:t>MySQL</a:t>
            </a:r>
            <a:br>
              <a:rPr lang="en-US" sz="1900">
                <a:solidFill>
                  <a:srgbClr val="FFFFFF"/>
                </a:solidFill>
              </a:rPr>
            </a:br>
            <a:r>
              <a:rPr lang="en-US" sz="1900">
                <a:solidFill>
                  <a:srgbClr val="FFFFFF"/>
                </a:solidFill>
              </a:rPr>
              <a:t>Dashboard</a:t>
            </a:r>
          </a:p>
        </p:txBody>
      </p:sp>
      <p:pic>
        <p:nvPicPr>
          <p:cNvPr id="11" name="Picture 10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B920AD52-7A77-2C25-92A9-C211F0F66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4" y="2007394"/>
            <a:ext cx="5274469" cy="4186237"/>
          </a:xfrm>
          <a:prstGeom prst="rect">
            <a:avLst/>
          </a:prstGeom>
        </p:spPr>
      </p:pic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D17246-9728-6CF6-1906-4AD08CAAB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75" y="1928620"/>
            <a:ext cx="5465977" cy="457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9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10D34-6977-FD1B-9C43-3C89994C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1E0902-5ECF-9DA8-26E4-F5C50023A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50CA4-4299-602F-794A-BD6A2F71A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B6A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41A37-8F93-D648-A567-6619AF42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Tableau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Dashboard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DC53A72-D811-9C90-67EE-3346880CC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345" y="0"/>
            <a:ext cx="87006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3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DE19-7BB3-EBE2-2042-5B1D3BF8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solidFill>
                  <a:schemeClr val="tx2">
                    <a:lumMod val="75000"/>
                    <a:lumOff val="25000"/>
                  </a:schemeClr>
                </a:solidFill>
              </a:rPr>
              <a:t>Key KPIs Measured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2877-CCDA-ED7D-2EB0-DDE936F50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245"/>
            <a:ext cx="10515600" cy="4681718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Weekday vs Weekend sales</a:t>
            </a:r>
          </a:p>
          <a:p>
            <a:pPr marL="0" indent="0">
              <a:buNone/>
            </a:pPr>
            <a:r>
              <a:rPr lang="en-IN" sz="2400" dirty="0"/>
              <a:t>-weekday sales are77k and 23k sales in weekend sales.</a:t>
            </a:r>
          </a:p>
          <a:p>
            <a:r>
              <a:rPr lang="en-IN" dirty="0">
                <a:solidFill>
                  <a:srgbClr val="C00000"/>
                </a:solidFill>
              </a:rPr>
              <a:t>Total Orders with review score 5 &amp; Payment type is Credit Card</a:t>
            </a:r>
          </a:p>
          <a:p>
            <a:pPr marL="0" indent="0">
              <a:buNone/>
            </a:pPr>
            <a:r>
              <a:rPr lang="en-IN" sz="2400" dirty="0"/>
              <a:t>-Nearly 4k orders are done with Credit Card and review score is 5.</a:t>
            </a:r>
          </a:p>
          <a:p>
            <a:r>
              <a:rPr lang="en-IN" dirty="0">
                <a:solidFill>
                  <a:srgbClr val="C00000"/>
                </a:solidFill>
              </a:rPr>
              <a:t>Average Delivery Days</a:t>
            </a:r>
          </a:p>
          <a:p>
            <a:pPr marL="0" indent="0">
              <a:buNone/>
            </a:pPr>
            <a:r>
              <a:rPr lang="en-IN" sz="2400" dirty="0"/>
              <a:t>-The average delivery days taken is 12 days it show shipping efficiency.</a:t>
            </a:r>
          </a:p>
          <a:p>
            <a:r>
              <a:rPr lang="en-IN" dirty="0">
                <a:solidFill>
                  <a:srgbClr val="C00000"/>
                </a:solidFill>
              </a:rPr>
              <a:t>Average Review score</a:t>
            </a:r>
          </a:p>
          <a:p>
            <a:pPr marL="0" indent="0">
              <a:buNone/>
            </a:pPr>
            <a:r>
              <a:rPr lang="en-IN" sz="2400" dirty="0"/>
              <a:t>-The avg review score is 4.18 it shows customer satisfaction.</a:t>
            </a:r>
          </a:p>
          <a:p>
            <a:r>
              <a:rPr lang="en-IN" dirty="0">
                <a:solidFill>
                  <a:srgbClr val="C00000"/>
                </a:solidFill>
              </a:rPr>
              <a:t>Average payment value</a:t>
            </a:r>
          </a:p>
          <a:p>
            <a:pPr marL="0" indent="0">
              <a:buNone/>
            </a:pPr>
            <a:r>
              <a:rPr lang="en-IN" sz="2400" dirty="0"/>
              <a:t>- The avg payment value is 151.73 it says that the amount paid per transaction.</a:t>
            </a:r>
          </a:p>
        </p:txBody>
      </p:sp>
    </p:spTree>
    <p:extLst>
      <p:ext uri="{BB962C8B-B14F-4D97-AF65-F5344CB8AC3E}">
        <p14:creationId xmlns:p14="http://schemas.microsoft.com/office/powerpoint/2010/main" val="234484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uter with a graph on it&#10;&#10;AI-generated content may be incorrect.">
            <a:extLst>
              <a:ext uri="{FF2B5EF4-FFF2-40B4-BE49-F238E27FC236}">
                <a16:creationId xmlns:a16="http://schemas.microsoft.com/office/drawing/2014/main" id="{70507341-8F90-1E32-F9DC-56BD31722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8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628EA-B76E-7EEB-800C-B4FF77F6496A}"/>
              </a:ext>
            </a:extLst>
          </p:cNvPr>
          <p:cNvSpPr txBox="1"/>
          <p:nvPr/>
        </p:nvSpPr>
        <p:spPr>
          <a:xfrm>
            <a:off x="5207000" y="583345"/>
            <a:ext cx="5833787" cy="22741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Handshake">
            <a:extLst>
              <a:ext uri="{FF2B5EF4-FFF2-40B4-BE49-F238E27FC236}">
                <a16:creationId xmlns:a16="http://schemas.microsoft.com/office/drawing/2014/main" id="{6EF40BD2-9C8D-E3E1-0A6B-F33441C9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57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275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Aptos</vt:lpstr>
      <vt:lpstr>Aptos Display</vt:lpstr>
      <vt:lpstr>Arial</vt:lpstr>
      <vt:lpstr>Office Theme</vt:lpstr>
      <vt:lpstr>E-COMMERCE  OLIST STORE ANALYSIS</vt:lpstr>
      <vt:lpstr>Meet our Team 1) Pallavi Saidurga K 2) Kotte Rahul 3) Sameer Sanjay Jawale 4) Mehul Ravsaheb Bhadane 5) Vaddi Narender   </vt:lpstr>
      <vt:lpstr>Introduction To E-Commerce </vt:lpstr>
      <vt:lpstr>Tools Used</vt:lpstr>
      <vt:lpstr>PROJECT PROCES</vt:lpstr>
      <vt:lpstr>Excel  Dashboard</vt:lpstr>
      <vt:lpstr>Power BI Dashboard</vt:lpstr>
      <vt:lpstr>MySQL Dashboard</vt:lpstr>
      <vt:lpstr>Tableau Dashboard</vt:lpstr>
      <vt:lpstr>Key KPIs Measured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</dc:creator>
  <cp:lastModifiedBy>palla</cp:lastModifiedBy>
  <cp:revision>18</cp:revision>
  <dcterms:created xsi:type="dcterms:W3CDTF">2025-10-10T12:37:40Z</dcterms:created>
  <dcterms:modified xsi:type="dcterms:W3CDTF">2025-10-13T06:25:56Z</dcterms:modified>
</cp:coreProperties>
</file>